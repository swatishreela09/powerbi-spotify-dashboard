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7335" autoAdjust="0"/>
    <p:restoredTop sz="94660"/>
  </p:normalViewPr>
  <p:slideViewPr>
    <p:cSldViewPr snapToGrid="0">
      <p:cViewPr varScale="1">
        <p:scale>
          <a:sx n="65" d="100"/>
          <a:sy n="65" d="100"/>
        </p:scale>
        <p:origin x="11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A66215-711C-4D63-B3D5-6DE290138E4A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22E109-6B6D-49A3-90D5-B91AC96F1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989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22E109-6B6D-49A3-90D5-B91AC96F18B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187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0377E-3387-03F2-8F1F-269552709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5FFF8C-5710-7391-1977-548C154CEE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6D849-1961-DC8C-8257-990B9CAC9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4C0AE-1325-486E-A994-BD2A2C14E1B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23B0E-A9D1-DC39-E952-15E9971E0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CB353-D3D9-D491-D847-55CA41E2C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8452E-3000-4DCC-981E-A3B97F1625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83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09A83-AE72-D58B-B07A-4CA6E18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7DCBB-E220-B1F8-A10D-3A7BB8DEE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7432E-056C-E8D2-5831-990E90A0E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4C0AE-1325-486E-A994-BD2A2C14E1B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BCD6E-E8D1-4E65-B108-22FEFA555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D2CDC-DCCE-540B-5F54-5FA5A128C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8452E-3000-4DCC-981E-A3B97F1625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527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D57D8-71AB-7DA4-43BC-7EC3E0CAA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E9F9F-533B-15B0-D03B-F18CB10B5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E2685-226F-5B73-8088-8DA9B75A8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4C0AE-1325-486E-A994-BD2A2C14E1B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1A8B5-C2C5-0E49-F5C2-8E6C88336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FAB5E-707D-DA1B-1D15-6E6353233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8452E-3000-4DCC-981E-A3B97F1625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1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ACAA-8524-29D9-C3B1-1724EF571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39BC3-5E48-B4B0-7723-8D36051620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31AF7A-667E-6B7C-E245-543B1EDC4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35F15-9A91-6160-3D11-DB64C427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4C0AE-1325-486E-A994-BD2A2C14E1B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7FE34F-A49D-4BAA-03F4-3CE3738BE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8972B0-E7A8-E7BA-AA51-F25517A34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8452E-3000-4DCC-981E-A3B97F1625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84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164F0-EF6D-89D3-3483-85A6C2DC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DE072-09CB-C8D9-AD13-09E1AF9F2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BD0FBB-3593-F2C2-003D-765A3A982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D9A3D4-0273-1344-A755-21EAC1E3C4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809436-5723-4455-01B3-A07C936EAD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7D49CB-C8B8-6DA7-39BC-D3E4836C9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4C0AE-1325-486E-A994-BD2A2C14E1B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2DDB56-52D4-B5DE-536E-B51EC67D8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94B768-341D-30E9-046D-33394B938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8452E-3000-4DCC-981E-A3B97F1625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039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AE15D-D5F3-0D08-5A65-A6CB45973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1407E7-D422-C875-ED84-3A757073C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4C0AE-1325-486E-A994-BD2A2C14E1B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13DFF6-F196-B498-CA4C-12BD2CF4B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76D2F1-D69B-B3E4-DC24-7E56DF5FC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8452E-3000-4DCC-981E-A3B97F1625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85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B72E71-B630-6C86-B406-C27B957B0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4C0AE-1325-486E-A994-BD2A2C14E1B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73BD04-E616-5101-C3F4-5DF197400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66FD3-1458-3F1E-BD76-0CED8A0B3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8452E-3000-4DCC-981E-A3B97F1625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065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17A16-B769-59E9-AE4C-B0DBCCC03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82E97-F5F3-E911-0536-EFEADB5E8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AF0AA9-8EFF-3901-A2E5-3268526A2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95B2F-4DCE-47E3-1D72-6C45A9C1B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4C0AE-1325-486E-A994-BD2A2C14E1B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1DE075-4B22-CC1B-4E69-C745138EA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C5F3E-BEC9-0859-AF15-08CD93AC6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8452E-3000-4DCC-981E-A3B97F1625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53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55B22-BB12-7061-108B-C87019A8A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418FF0-2BA9-F6BD-ED48-B35B62DE16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39E4B0-4C5B-5B86-5E2C-733783876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8CE049-6A8C-4E1D-0F35-C84108158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4C0AE-1325-486E-A994-BD2A2C14E1B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8B0A8-5C47-B464-EEAB-5BCD44441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7C5119-9A16-37EE-023E-6BEB7DFBD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8452E-3000-4DCC-981E-A3B97F1625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945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4851D-7B87-0E46-3C17-CD9002F9E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378E58-83E3-48D2-F259-630B7A3B9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F9D54-C33B-852B-02B7-FC116FAF6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4C0AE-1325-486E-A994-BD2A2C14E1B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500C0-1B9D-E64E-F304-7D0D2ECA7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74764-5AA9-C48C-0325-0B0B7747D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8452E-3000-4DCC-981E-A3B97F1625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086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62BCF5-5B4E-D1D5-8C83-F818EFD89A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6E5E94-8220-81D1-825A-AA1CC6E91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9D2D3-2F0A-1F91-DBAD-5DE51F389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4C0AE-1325-486E-A994-BD2A2C14E1B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17497-6F49-8A59-CC6D-1356F70CB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4B2C0-E45D-82BD-9AE0-0C6BB227A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8452E-3000-4DCC-981E-A3B97F1625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813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ABB7DF-C012-E056-3429-7CCD9D98A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24DA4-4C09-3355-E374-A30D8E91A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C8955-27AB-7126-0526-D03EFA9F6C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4C0AE-1325-486E-A994-BD2A2C14E1B9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B9AB1-C46E-A610-C68B-40BB039FE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9A960-B32E-FA31-CFD5-E93CE7631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38452E-3000-4DCC-981E-A3B97F1625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328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B050"/>
            </a:gs>
            <a:gs pos="74000">
              <a:schemeClr val="accent1">
                <a:lumMod val="45000"/>
                <a:lumOff val="55000"/>
              </a:schemeClr>
            </a:gs>
            <a:gs pos="43000">
              <a:schemeClr val="tx2">
                <a:lumMod val="5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0C29B-005B-8924-ED74-05C8336380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F987AB-0EFB-5733-6A8B-6254A51399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F7CE6B-4995-906A-5D0A-228FA56811F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9000">
                <a:srgbClr val="00B050"/>
              </a:gs>
              <a:gs pos="66000">
                <a:srgbClr val="00B050"/>
              </a:gs>
              <a:gs pos="54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703340-E30A-38E5-E837-F263F800EB21}"/>
              </a:ext>
            </a:extLst>
          </p:cNvPr>
          <p:cNvSpPr/>
          <p:nvPr/>
        </p:nvSpPr>
        <p:spPr>
          <a:xfrm>
            <a:off x="0" y="-24607"/>
            <a:ext cx="12192000" cy="78025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/>
              <a:t>                             </a:t>
            </a:r>
          </a:p>
          <a:p>
            <a:pPr algn="just"/>
            <a:r>
              <a:rPr lang="en-US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      </a:t>
            </a:r>
            <a:r>
              <a:rPr lang="en-US" sz="3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Spotify Music Analysis </a:t>
            </a:r>
            <a:endParaRPr lang="en-IN" sz="3200" dirty="0"/>
          </a:p>
          <a:p>
            <a:pPr lvl="1" algn="r"/>
            <a:endParaRPr lang="en-IN" sz="2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8456B8-6C6C-1DCE-4C39-2924D1209E21}"/>
              </a:ext>
            </a:extLst>
          </p:cNvPr>
          <p:cNvSpPr/>
          <p:nvPr/>
        </p:nvSpPr>
        <p:spPr>
          <a:xfrm>
            <a:off x="285750" y="877887"/>
            <a:ext cx="5715000" cy="5854700"/>
          </a:xfrm>
          <a:prstGeom prst="roundRect">
            <a:avLst/>
          </a:prstGeom>
          <a:solidFill>
            <a:schemeClr val="dk1">
              <a:alpha val="54000"/>
            </a:schemeClr>
          </a:solidFill>
          <a:ln>
            <a:noFill/>
          </a:ln>
          <a:effectLst>
            <a:outerShdw blurRad="38100" dist="38100" algn="tl" rotWithShape="0">
              <a:prstClr val="black">
                <a:alpha val="90000"/>
              </a:prstClr>
            </a:outerShdw>
            <a:softEdge rad="0"/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4DA68D6-3A54-ED3E-F17E-62A36AA48AF0}"/>
              </a:ext>
            </a:extLst>
          </p:cNvPr>
          <p:cNvSpPr/>
          <p:nvPr/>
        </p:nvSpPr>
        <p:spPr>
          <a:xfrm>
            <a:off x="6191252" y="909240"/>
            <a:ext cx="5667375" cy="2692798"/>
          </a:xfrm>
          <a:prstGeom prst="roundRect">
            <a:avLst/>
          </a:prstGeom>
          <a:solidFill>
            <a:schemeClr val="dk1">
              <a:alpha val="54000"/>
            </a:schemeClr>
          </a:solidFill>
          <a:ln>
            <a:noFill/>
          </a:ln>
          <a:effectLst>
            <a:outerShdw blurRad="38100" dist="38100" algn="tl" rotWithShape="0">
              <a:prstClr val="black">
                <a:alpha val="90000"/>
              </a:prstClr>
            </a:outerShdw>
            <a:softEdge rad="0"/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9602821-28C3-432A-A7D4-CD53BDEA7B72}"/>
              </a:ext>
            </a:extLst>
          </p:cNvPr>
          <p:cNvSpPr/>
          <p:nvPr/>
        </p:nvSpPr>
        <p:spPr>
          <a:xfrm>
            <a:off x="6238875" y="3723085"/>
            <a:ext cx="5715000" cy="2908695"/>
          </a:xfrm>
          <a:prstGeom prst="roundRect">
            <a:avLst/>
          </a:prstGeom>
          <a:solidFill>
            <a:schemeClr val="dk1">
              <a:alpha val="54000"/>
            </a:schemeClr>
          </a:solidFill>
          <a:ln>
            <a:noFill/>
          </a:ln>
          <a:effectLst>
            <a:outerShdw blurRad="38100" dist="38100" algn="tl" rotWithShape="0">
              <a:prstClr val="black">
                <a:alpha val="90000"/>
              </a:prstClr>
            </a:outerShdw>
            <a:softEdge rad="0"/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8604E0-40C5-FFD7-6D23-C59B9AB56F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61" y="0"/>
            <a:ext cx="707139" cy="70789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3F1612-F953-679F-F76D-F698880AC4C8}"/>
              </a:ext>
            </a:extLst>
          </p:cNvPr>
          <p:cNvCxnSpPr>
            <a:cxnSpLocks/>
          </p:cNvCxnSpPr>
          <p:nvPr/>
        </p:nvCxnSpPr>
        <p:spPr>
          <a:xfrm>
            <a:off x="333373" y="1600200"/>
            <a:ext cx="5667377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471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6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 Unicode MS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 Swati Shreela</dc:creator>
  <cp:lastModifiedBy>B Swati Shreela</cp:lastModifiedBy>
  <cp:revision>2</cp:revision>
  <dcterms:created xsi:type="dcterms:W3CDTF">2025-05-22T16:16:04Z</dcterms:created>
  <dcterms:modified xsi:type="dcterms:W3CDTF">2025-05-30T21:13:03Z</dcterms:modified>
</cp:coreProperties>
</file>